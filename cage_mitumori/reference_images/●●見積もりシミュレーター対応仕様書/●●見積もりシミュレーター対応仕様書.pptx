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81" r:id="rId3"/>
    <p:sldId id="279" r:id="rId4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  <a:srgbClr val="FFFF00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9E1B4E-C96C-442C-9BA5-0248ED4D31AB}" v="13" dt="2026-10-15T13:25:43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32" autoAdjust="0"/>
    <p:restoredTop sz="94660"/>
  </p:normalViewPr>
  <p:slideViewPr>
    <p:cSldViewPr>
      <p:cViewPr varScale="1">
        <p:scale>
          <a:sx n="88" d="100"/>
          <a:sy n="88" d="100"/>
        </p:scale>
        <p:origin x="20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侑加" userId="31f62e73-09e4-4521-8015-7285017c36a4" providerId="ADAL" clId="{0AF8BFD1-2A71-4592-9F5C-434931770972}"/>
    <pc:docChg chg="custSel addSld delSld modSld sldOrd">
      <pc:chgData name="林侑加" userId="31f62e73-09e4-4521-8015-7285017c36a4" providerId="ADAL" clId="{0AF8BFD1-2A71-4592-9F5C-434931770972}" dt="2026-10-15T13:30:40.634" v="513" actId="1076"/>
      <pc:docMkLst>
        <pc:docMk/>
      </pc:docMkLst>
      <pc:sldChg chg="del">
        <pc:chgData name="林侑加" userId="31f62e73-09e4-4521-8015-7285017c36a4" providerId="ADAL" clId="{0AF8BFD1-2A71-4592-9F5C-434931770972}" dt="2026-10-15T13:27:28.942" v="495" actId="47"/>
        <pc:sldMkLst>
          <pc:docMk/>
          <pc:sldMk cId="3071667051" sldId="256"/>
        </pc:sldMkLst>
      </pc:sldChg>
      <pc:sldChg chg="del">
        <pc:chgData name="林侑加" userId="31f62e73-09e4-4521-8015-7285017c36a4" providerId="ADAL" clId="{0AF8BFD1-2A71-4592-9F5C-434931770972}" dt="2026-10-15T13:27:28.942" v="495" actId="47"/>
        <pc:sldMkLst>
          <pc:docMk/>
          <pc:sldMk cId="493747790" sldId="267"/>
        </pc:sldMkLst>
      </pc:sldChg>
      <pc:sldChg chg="del">
        <pc:chgData name="林侑加" userId="31f62e73-09e4-4521-8015-7285017c36a4" providerId="ADAL" clId="{0AF8BFD1-2A71-4592-9F5C-434931770972}" dt="2026-10-15T13:27:28.942" v="495" actId="47"/>
        <pc:sldMkLst>
          <pc:docMk/>
          <pc:sldMk cId="1284924735" sldId="272"/>
        </pc:sldMkLst>
      </pc:sldChg>
      <pc:sldChg chg="del">
        <pc:chgData name="林侑加" userId="31f62e73-09e4-4521-8015-7285017c36a4" providerId="ADAL" clId="{0AF8BFD1-2A71-4592-9F5C-434931770972}" dt="2026-10-15T13:27:28.942" v="495" actId="47"/>
        <pc:sldMkLst>
          <pc:docMk/>
          <pc:sldMk cId="2289546042" sldId="278"/>
        </pc:sldMkLst>
      </pc:sldChg>
      <pc:sldChg chg="ord">
        <pc:chgData name="林侑加" userId="31f62e73-09e4-4521-8015-7285017c36a4" providerId="ADAL" clId="{0AF8BFD1-2A71-4592-9F5C-434931770972}" dt="2026-10-15T13:27:21.536" v="494"/>
        <pc:sldMkLst>
          <pc:docMk/>
          <pc:sldMk cId="376484713" sldId="279"/>
        </pc:sldMkLst>
      </pc:sldChg>
      <pc:sldChg chg="ord">
        <pc:chgData name="林侑加" userId="31f62e73-09e4-4521-8015-7285017c36a4" providerId="ADAL" clId="{0AF8BFD1-2A71-4592-9F5C-434931770972}" dt="2026-10-15T13:27:16.259" v="492"/>
        <pc:sldMkLst>
          <pc:docMk/>
          <pc:sldMk cId="2523919310" sldId="281"/>
        </pc:sldMkLst>
      </pc:sldChg>
      <pc:sldChg chg="del">
        <pc:chgData name="林侑加" userId="31f62e73-09e4-4521-8015-7285017c36a4" providerId="ADAL" clId="{0AF8BFD1-2A71-4592-9F5C-434931770972}" dt="2026-10-15T13:27:28.942" v="495" actId="47"/>
        <pc:sldMkLst>
          <pc:docMk/>
          <pc:sldMk cId="1123109075" sldId="291"/>
        </pc:sldMkLst>
      </pc:sldChg>
      <pc:sldChg chg="new del">
        <pc:chgData name="林侑加" userId="31f62e73-09e4-4521-8015-7285017c36a4" providerId="ADAL" clId="{0AF8BFD1-2A71-4592-9F5C-434931770972}" dt="2026-10-15T13:15:27.294" v="14" actId="47"/>
        <pc:sldMkLst>
          <pc:docMk/>
          <pc:sldMk cId="1134880662" sldId="292"/>
        </pc:sldMkLst>
      </pc:sldChg>
      <pc:sldChg chg="addSp delSp modSp add mod">
        <pc:chgData name="林侑加" userId="31f62e73-09e4-4521-8015-7285017c36a4" providerId="ADAL" clId="{0AF8BFD1-2A71-4592-9F5C-434931770972}" dt="2026-10-15T13:30:40.634" v="513" actId="1076"/>
        <pc:sldMkLst>
          <pc:docMk/>
          <pc:sldMk cId="1274388724" sldId="293"/>
        </pc:sldMkLst>
        <pc:spChg chg="add mod">
          <ac:chgData name="林侑加" userId="31f62e73-09e4-4521-8015-7285017c36a4" providerId="ADAL" clId="{0AF8BFD1-2A71-4592-9F5C-434931770972}" dt="2026-10-15T13:27:08.402" v="490" actId="1076"/>
          <ac:spMkLst>
            <pc:docMk/>
            <pc:sldMk cId="1274388724" sldId="293"/>
            <ac:spMk id="2" creationId="{3E7BBBDD-0DFE-3F79-46C5-F84B5E7AB850}"/>
          </ac:spMkLst>
        </pc:spChg>
        <pc:spChg chg="add mod">
          <ac:chgData name="林侑加" userId="31f62e73-09e4-4521-8015-7285017c36a4" providerId="ADAL" clId="{0AF8BFD1-2A71-4592-9F5C-434931770972}" dt="2026-10-15T13:30:40.634" v="513" actId="1076"/>
          <ac:spMkLst>
            <pc:docMk/>
            <pc:sldMk cId="1274388724" sldId="293"/>
            <ac:spMk id="5" creationId="{59701483-3E7B-52D9-B600-C4B69443F38C}"/>
          </ac:spMkLst>
        </pc:spChg>
        <pc:spChg chg="add mod">
          <ac:chgData name="林侑加" userId="31f62e73-09e4-4521-8015-7285017c36a4" providerId="ADAL" clId="{0AF8BFD1-2A71-4592-9F5C-434931770972}" dt="2026-10-15T13:22:14.105" v="160" actId="1076"/>
          <ac:spMkLst>
            <pc:docMk/>
            <pc:sldMk cId="1274388724" sldId="293"/>
            <ac:spMk id="6" creationId="{8CF720A2-271E-CD1A-2693-5E9F3D1D47CD}"/>
          </ac:spMkLst>
        </pc:spChg>
        <pc:spChg chg="add mod">
          <ac:chgData name="林侑加" userId="31f62e73-09e4-4521-8015-7285017c36a4" providerId="ADAL" clId="{0AF8BFD1-2A71-4592-9F5C-434931770972}" dt="2026-10-15T13:25:03.344" v="373" actId="1076"/>
          <ac:spMkLst>
            <pc:docMk/>
            <pc:sldMk cId="1274388724" sldId="293"/>
            <ac:spMk id="7" creationId="{1A4D502B-C289-A5B4-1712-28386D05A375}"/>
          </ac:spMkLst>
        </pc:spChg>
        <pc:spChg chg="add mod">
          <ac:chgData name="林侑加" userId="31f62e73-09e4-4521-8015-7285017c36a4" providerId="ADAL" clId="{0AF8BFD1-2A71-4592-9F5C-434931770972}" dt="2026-10-15T13:26:50.294" v="484" actId="207"/>
          <ac:spMkLst>
            <pc:docMk/>
            <pc:sldMk cId="1274388724" sldId="293"/>
            <ac:spMk id="8" creationId="{83511B6F-E846-D20E-572A-4390AA88B1A4}"/>
          </ac:spMkLst>
        </pc:spChg>
        <pc:spChg chg="add mod">
          <ac:chgData name="林侑加" userId="31f62e73-09e4-4521-8015-7285017c36a4" providerId="ADAL" clId="{0AF8BFD1-2A71-4592-9F5C-434931770972}" dt="2026-10-15T13:26:43.539" v="482" actId="1076"/>
          <ac:spMkLst>
            <pc:docMk/>
            <pc:sldMk cId="1274388724" sldId="293"/>
            <ac:spMk id="9" creationId="{55FAF14B-4943-A77F-6359-0CC08C9E2444}"/>
          </ac:spMkLst>
        </pc:spChg>
        <pc:spChg chg="add mod">
          <ac:chgData name="林侑加" userId="31f62e73-09e4-4521-8015-7285017c36a4" providerId="ADAL" clId="{0AF8BFD1-2A71-4592-9F5C-434931770972}" dt="2026-10-15T13:27:57.659" v="505" actId="20577"/>
          <ac:spMkLst>
            <pc:docMk/>
            <pc:sldMk cId="1274388724" sldId="293"/>
            <ac:spMk id="10" creationId="{C2FC1679-6ACC-E0ED-86ED-1A61DE753C5D}"/>
          </ac:spMkLst>
        </pc:spChg>
        <pc:spChg chg="mod">
          <ac:chgData name="林侑加" userId="31f62e73-09e4-4521-8015-7285017c36a4" providerId="ADAL" clId="{0AF8BFD1-2A71-4592-9F5C-434931770972}" dt="2026-10-15T13:27:47.550" v="496" actId="207"/>
          <ac:spMkLst>
            <pc:docMk/>
            <pc:sldMk cId="1274388724" sldId="293"/>
            <ac:spMk id="11" creationId="{5FC5342C-40AD-C395-09CB-1A13D38D03CF}"/>
          </ac:spMkLst>
        </pc:spChg>
        <pc:picChg chg="mod">
          <ac:chgData name="林侑加" userId="31f62e73-09e4-4521-8015-7285017c36a4" providerId="ADAL" clId="{0AF8BFD1-2A71-4592-9F5C-434931770972}" dt="2026-10-15T13:15:32.161" v="15" actId="14100"/>
          <ac:picMkLst>
            <pc:docMk/>
            <pc:sldMk cId="1274388724" sldId="293"/>
            <ac:picMk id="3" creationId="{A4CB8283-F3F9-F3FA-15DC-747B32D0B27F}"/>
          </ac:picMkLst>
        </pc:picChg>
        <pc:picChg chg="add del mod">
          <ac:chgData name="林侑加" userId="31f62e73-09e4-4521-8015-7285017c36a4" providerId="ADAL" clId="{0AF8BFD1-2A71-4592-9F5C-434931770972}" dt="2026-10-15T13:27:00.570" v="485" actId="478"/>
          <ac:picMkLst>
            <pc:docMk/>
            <pc:sldMk cId="1274388724" sldId="293"/>
            <ac:picMk id="5" creationId="{C416E9BA-0EC2-2E5B-33EB-E58CDF79FE0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212B-2A5B-4D51-B9A3-C9D08E38B387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DA37E-43BE-4817-974A-F299620C0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072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212B-2A5B-4D51-B9A3-C9D08E38B387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DA37E-43BE-4817-974A-F299620C0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866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212B-2A5B-4D51-B9A3-C9D08E38B387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DA37E-43BE-4817-974A-F299620C0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379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212B-2A5B-4D51-B9A3-C9D08E38B387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DA37E-43BE-4817-974A-F299620C0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400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212B-2A5B-4D51-B9A3-C9D08E38B387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DA37E-43BE-4817-974A-F299620C0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4824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212B-2A5B-4D51-B9A3-C9D08E38B387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DA37E-43BE-4817-974A-F299620C0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3443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212B-2A5B-4D51-B9A3-C9D08E38B387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DA37E-43BE-4817-974A-F299620C0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702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212B-2A5B-4D51-B9A3-C9D08E38B387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DA37E-43BE-4817-974A-F299620C0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331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212B-2A5B-4D51-B9A3-C9D08E38B387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DA37E-43BE-4817-974A-F299620C0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158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212B-2A5B-4D51-B9A3-C9D08E38B387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DA37E-43BE-4817-974A-F299620C0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322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212B-2A5B-4D51-B9A3-C9D08E38B387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DA37E-43BE-4817-974A-F299620C0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586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6212B-2A5B-4D51-B9A3-C9D08E38B387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DA37E-43BE-4817-974A-F299620C0D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46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FC5342C-40AD-C395-09CB-1A13D38D03CF}"/>
              </a:ext>
            </a:extLst>
          </p:cNvPr>
          <p:cNvSpPr txBox="1"/>
          <p:nvPr/>
        </p:nvSpPr>
        <p:spPr>
          <a:xfrm>
            <a:off x="3995936" y="529928"/>
            <a:ext cx="4572000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【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ケージお見積もり仕様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】</a:t>
            </a:r>
          </a:p>
          <a:p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・見積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ID: EST-20261015-LV6W</a:t>
            </a:r>
          </a:p>
          <a:p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・仕様再現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URL:</a:t>
            </a:r>
          </a:p>
          <a:p>
            <a:r>
              <a:rPr lang="en-US" altLang="ja-JP" sz="1100" dirty="0">
                <a:solidFill>
                  <a:srgbClr val="0070C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https://kinato-cage-site.pages.dev/sim/?estimateId=EST-20261015-LV6W</a:t>
            </a:r>
          </a:p>
          <a:p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・ケージ種類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 Type A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（全面スライド扉仕様）</a:t>
            </a:r>
          </a:p>
          <a:p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・外寸サイズ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幅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800mm ×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奥行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440mm ×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高さ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340mm</a:t>
            </a:r>
          </a:p>
          <a:p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・フレーム色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ブラック</a:t>
            </a:r>
          </a:p>
          <a:p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・選択パネル素材・板厚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</a:t>
            </a:r>
          </a:p>
          <a:p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・正面扉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透明アクリル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3.0mm (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全面スライド扉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)</a:t>
            </a:r>
          </a:p>
          <a:p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・床面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中央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2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分割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):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透明アクリル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3.0mm</a:t>
            </a:r>
          </a:p>
          <a:p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・背面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透明アクリル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3.0mm</a:t>
            </a:r>
          </a:p>
          <a:p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・側面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左右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):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透明アクリル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3.0mm</a:t>
            </a:r>
          </a:p>
          <a:p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・天面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塩ビパンチングボード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3.0mm</a:t>
            </a:r>
          </a:p>
          <a:p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・選択オプション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</a:t>
            </a:r>
          </a:p>
          <a:p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　・（標準装備）スライド扉鍵、床面コーキング</a:t>
            </a:r>
            <a:endParaRPr lang="en-US" altLang="ja-JP" sz="11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・正面下側幅広フレーム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3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倍幅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(60mm)</a:t>
            </a:r>
          </a:p>
          <a:p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・床面補強フレーム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(2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分割仕様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)</a:t>
            </a:r>
          </a:p>
          <a:p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・正面スライド扉たわみ防止レール</a:t>
            </a:r>
          </a:p>
          <a:p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・モレ対策ゴムパッキン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(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側面・背面 隙間モレ抑制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)</a:t>
            </a:r>
          </a:p>
          <a:p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LED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照明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 USB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式 白＆電球色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LED</a:t>
            </a:r>
          </a:p>
          <a:p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・概算総重量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 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約 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8.8 kg</a:t>
            </a:r>
          </a:p>
          <a:p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・お見積り合計金額</a:t>
            </a:r>
            <a:r>
              <a:rPr lang="en-US" altLang="ja-JP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: ¥47,500</a:t>
            </a:r>
            <a:r>
              <a:rPr lang="ja-JP" altLang="en-US" sz="11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（税込・送料別）</a:t>
            </a:r>
            <a:endParaRPr lang="en-US" altLang="ja-JP" sz="11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pic>
        <p:nvPicPr>
          <p:cNvPr id="3" name="図 2" descr="The image is a promotional flyer for a custom-made 3D aquarium case (￣ﾂﾱ￣ﾃﾼ￣ﾂﾸ) with specific dimensions and features, priced at ￂﾥ47,500, featuring LED lighting and various materials and options.&#10;&#10;AI 生成コンテンツは誤りを含む可能性があります。">
            <a:extLst>
              <a:ext uri="{FF2B5EF4-FFF2-40B4-BE49-F238E27FC236}">
                <a16:creationId xmlns:a16="http://schemas.microsoft.com/office/drawing/2014/main" id="{A4CB8283-F3F9-F3FA-15DC-747B32D0B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32" y="548680"/>
            <a:ext cx="3548993" cy="630932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E7BBBDD-0DFE-3F79-46C5-F84B5E7AB850}"/>
              </a:ext>
            </a:extLst>
          </p:cNvPr>
          <p:cNvSpPr txBox="1"/>
          <p:nvPr/>
        </p:nvSpPr>
        <p:spPr>
          <a:xfrm>
            <a:off x="299947" y="51630"/>
            <a:ext cx="33123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ＸＸＸ　様　仕様書</a:t>
            </a:r>
            <a:endParaRPr lang="en-US" altLang="ja-JP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CF720A2-271E-CD1A-2693-5E9F3D1D47CD}"/>
              </a:ext>
            </a:extLst>
          </p:cNvPr>
          <p:cNvSpPr txBox="1"/>
          <p:nvPr/>
        </p:nvSpPr>
        <p:spPr>
          <a:xfrm>
            <a:off x="7956376" y="97797"/>
            <a:ext cx="24639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202x/xx/xx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A4D502B-C289-A5B4-1712-28386D05A375}"/>
              </a:ext>
            </a:extLst>
          </p:cNvPr>
          <p:cNvSpPr txBox="1"/>
          <p:nvPr/>
        </p:nvSpPr>
        <p:spPr>
          <a:xfrm>
            <a:off x="3995936" y="4989327"/>
            <a:ext cx="5148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送料　計算</a:t>
            </a:r>
            <a:endParaRPr lang="en-US" altLang="ja-JP" sz="1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ja-JP" altLang="en-US" sz="1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愛知県～</a:t>
            </a:r>
            <a:r>
              <a:rPr lang="en-US" altLang="ja-JP" sz="1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XX</a:t>
            </a:r>
            <a:r>
              <a:rPr lang="ja-JP" altLang="en-US" sz="1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県　</a:t>
            </a:r>
            <a:r>
              <a:rPr lang="en-US" altLang="ja-JP" sz="1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XXX cm</a:t>
            </a:r>
            <a:r>
              <a:rPr lang="ja-JP" altLang="en-US" sz="1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規格　</a:t>
            </a:r>
            <a:r>
              <a:rPr lang="en-US" altLang="ja-JP" sz="1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\X,XXX </a:t>
            </a:r>
            <a:r>
              <a:rPr lang="ja-JP" altLang="en-US" sz="1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（クロネコヤマト）</a:t>
            </a:r>
            <a:endParaRPr lang="en-US" altLang="ja-JP" sz="1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3511B6F-E846-D20E-572A-4390AA88B1A4}"/>
              </a:ext>
            </a:extLst>
          </p:cNvPr>
          <p:cNvSpPr txBox="1"/>
          <p:nvPr/>
        </p:nvSpPr>
        <p:spPr>
          <a:xfrm>
            <a:off x="3995936" y="5658216"/>
            <a:ext cx="5148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rgbClr val="FF000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配達方法の提案　 （アートセッティングデリバリー家財便）</a:t>
            </a:r>
            <a:endParaRPr lang="en-US" altLang="ja-JP" sz="1400" dirty="0">
              <a:solidFill>
                <a:srgbClr val="FF0000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愛知県～</a:t>
            </a:r>
            <a:r>
              <a:rPr lang="en-US" altLang="ja-JP" sz="1400" dirty="0">
                <a:solidFill>
                  <a:srgbClr val="FF000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XX</a:t>
            </a:r>
            <a:r>
              <a:rPr lang="ja-JP" altLang="en-US" sz="1400" dirty="0">
                <a:solidFill>
                  <a:srgbClr val="FF000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県　</a:t>
            </a:r>
            <a:r>
              <a:rPr lang="en-US" altLang="ja-JP" sz="1400" dirty="0">
                <a:solidFill>
                  <a:srgbClr val="FF000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XXX cm</a:t>
            </a:r>
            <a:r>
              <a:rPr lang="ja-JP" altLang="en-US" sz="1400" dirty="0">
                <a:solidFill>
                  <a:srgbClr val="FF000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規格　</a:t>
            </a:r>
            <a:r>
              <a:rPr lang="en-US" altLang="ja-JP" sz="1400" dirty="0">
                <a:solidFill>
                  <a:srgbClr val="FF000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\X,XXX 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FAF14B-4943-A77F-6359-0CC08C9E2444}"/>
              </a:ext>
            </a:extLst>
          </p:cNvPr>
          <p:cNvSpPr txBox="1"/>
          <p:nvPr/>
        </p:nvSpPr>
        <p:spPr>
          <a:xfrm>
            <a:off x="3995936" y="6327106"/>
            <a:ext cx="51480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総額：</a:t>
            </a:r>
            <a:r>
              <a:rPr lang="en-US" altLang="ja-JP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XXX,XXX</a:t>
            </a:r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円（税込・送料込）</a:t>
            </a:r>
            <a:endParaRPr lang="en-US" altLang="ja-JP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2FC1679-6ACC-E0ED-86ED-1A61DE753C5D}"/>
              </a:ext>
            </a:extLst>
          </p:cNvPr>
          <p:cNvSpPr txBox="1"/>
          <p:nvPr/>
        </p:nvSpPr>
        <p:spPr>
          <a:xfrm>
            <a:off x="3995936" y="4612936"/>
            <a:ext cx="5148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お約束納期　</a:t>
            </a:r>
            <a:r>
              <a:rPr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ご入金後、約</a:t>
            </a:r>
            <a:r>
              <a:rPr lang="en-US" altLang="ja-JP" sz="140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XX</a:t>
            </a:r>
            <a:r>
              <a:rPr lang="ja-JP" altLang="en-US" sz="140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週間</a:t>
            </a:r>
            <a:r>
              <a:rPr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とさせてください。</a:t>
            </a:r>
            <a:endParaRPr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9701483-3E7B-52D9-B600-C4B69443F38C}"/>
              </a:ext>
            </a:extLst>
          </p:cNvPr>
          <p:cNvSpPr txBox="1"/>
          <p:nvPr/>
        </p:nvSpPr>
        <p:spPr>
          <a:xfrm>
            <a:off x="8316416" y="6629398"/>
            <a:ext cx="52112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100" i="0" dirty="0">
                <a:effectLst/>
                <a:latin typeface="+mn-lt"/>
              </a:rPr>
              <a:t>usr_ep3emi</a:t>
            </a:r>
            <a:endParaRPr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274388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&#10;&#10;自動的に生成された説明">
            <a:extLst>
              <a:ext uri="{FF2B5EF4-FFF2-40B4-BE49-F238E27FC236}">
                <a16:creationId xmlns:a16="http://schemas.microsoft.com/office/drawing/2014/main" id="{27BEECCB-E35F-4F75-97BA-3211160D8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テキスト ボックス 2">
            <a:extLst>
              <a:ext uri="{FF2B5EF4-FFF2-40B4-BE49-F238E27FC236}">
                <a16:creationId xmlns:a16="http://schemas.microsoft.com/office/drawing/2014/main" id="{4813665F-FBCD-4A58-B731-9827E5EA7568}"/>
              </a:ext>
            </a:extLst>
          </p:cNvPr>
          <p:cNvSpPr txBox="1"/>
          <p:nvPr/>
        </p:nvSpPr>
        <p:spPr>
          <a:xfrm>
            <a:off x="647564" y="764704"/>
            <a:ext cx="7848872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en-US" altLang="ja-JP" dirty="0"/>
          </a:p>
          <a:p>
            <a:pPr algn="ctr"/>
            <a:r>
              <a:rPr kumimoji="1" lang="ja-JP" altLang="en-US" dirty="0"/>
              <a:t>仕様確認・確定後</a:t>
            </a:r>
            <a:endParaRPr kumimoji="1" lang="en-US" altLang="ja-JP" dirty="0"/>
          </a:p>
          <a:p>
            <a:pPr algn="ctr"/>
            <a:r>
              <a:rPr lang="ja-JP" altLang="en-US" dirty="0"/>
              <a:t>ご案内します</a:t>
            </a:r>
            <a:endParaRPr lang="en-US" altLang="ja-JP" dirty="0"/>
          </a:p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2391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OneDriveforBusiness\OneDrive - きなとのケージ屋さん\ショップ\使用上の注意（保温球・反り）\使用上の注意（保温球・反り）\スライド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484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</TotalTime>
  <Words>276</Words>
  <Application>Microsoft Office PowerPoint</Application>
  <PresentationFormat>画面に合わせる (4:3)</PresentationFormat>
  <Paragraphs>34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BIZ UDゴシック</vt:lpstr>
      <vt:lpstr>HG丸ｺﾞｼｯｸM-PRO</vt:lpstr>
      <vt:lpstr>Arial</vt:lpstr>
      <vt:lpstr>Calibri</vt:lpstr>
      <vt:lpstr>Office ​​テーマ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KOALA</dc:creator>
  <cp:lastModifiedBy>林侑加</cp:lastModifiedBy>
  <cp:revision>85</cp:revision>
  <dcterms:created xsi:type="dcterms:W3CDTF">2015-08-25T14:37:05Z</dcterms:created>
  <dcterms:modified xsi:type="dcterms:W3CDTF">2026-10-15T13:30:51Z</dcterms:modified>
</cp:coreProperties>
</file>